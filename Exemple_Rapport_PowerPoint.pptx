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Dashboard de diagnostic automatisé des temps d'arrêt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ADCFC"/>
                </a:solidFill>
              </a:defRPr>
            </a:pPr>
            <a:r>
              <a:t>Projet PFA — Génie Mécatronique | Rapport généré le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Synthèse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640330" cy="13716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F4E78"/>
                </a:solidFill>
              </a:defRPr>
            </a:pPr>
            <a:r>
              <a:t>103</a:t>
            </a:r>
          </a:p>
          <a:p>
            <a:pPr algn="ctr">
              <a:defRPr sz="1100">
                <a:solidFill>
                  <a:srgbClr val="333333"/>
                </a:solidFill>
              </a:defRPr>
            </a:pPr>
            <a:r>
              <a:t>Nombre de pannes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26130" y="914400"/>
            <a:ext cx="2640330" cy="13716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F4E78"/>
                </a:solidFill>
              </a:defRPr>
            </a:pPr>
            <a:r>
              <a:t>13.0 h</a:t>
            </a:r>
          </a:p>
          <a:p>
            <a:pPr algn="ctr">
              <a:defRPr sz="1100">
                <a:solidFill>
                  <a:srgbClr val="333333"/>
                </a:solidFill>
              </a:defRPr>
            </a:pPr>
            <a:r>
              <a:t>Downtime total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5060" y="914400"/>
            <a:ext cx="2640330" cy="13716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F4E78"/>
                </a:solidFill>
              </a:defRPr>
            </a:pPr>
            <a:r>
              <a:t>Cutting Machine 550 M02</a:t>
            </a:r>
          </a:p>
          <a:p>
            <a:pPr algn="ctr">
              <a:defRPr sz="1100">
                <a:solidFill>
                  <a:srgbClr val="333333"/>
                </a:solidFill>
              </a:defRPr>
            </a:pPr>
            <a:r>
              <a:t>Machine la plus critique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63990" y="914400"/>
            <a:ext cx="2640330" cy="13716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1F4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F4E78"/>
                </a:solidFill>
              </a:defRPr>
            </a:pPr>
            <a:r>
              <a:t>CRMP-Crimping Problem</a:t>
            </a:r>
          </a:p>
          <a:p>
            <a:pPr algn="ctr">
              <a:defRPr sz="1100">
                <a:solidFill>
                  <a:srgbClr val="333333"/>
                </a:solidFill>
              </a:defRPr>
            </a:pPr>
            <a:r>
              <a:t>Cause la plus fréquente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8813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333333"/>
                </a:solidFill>
              </a:defRPr>
            </a:pPr>
            <a:r>
              <a:t>Sur la période analysée, 103 événements de panne ont été enregistrés, représentant un total de 13.0 heures d'arrêt. La cause principale est « CRMP-Crimping Problem », responsable à elle seule de 55.0% du downtime total. Conformément à la règle de Pareto (80/20), 2 cause(s) sur 4 expliquent déjà 85.0% du problème. Il est donc recommandé de concentrer les actions correctives en priorité sur « CRMP-Crimping Problem » avant de traiter les causes secondaires.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📊 Pareto Niveau 1 — Causes de panne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6766560" cy="338328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0" y="914400"/>
          <a:ext cx="44805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140"/>
                <a:gridCol w="1120140"/>
                <a:gridCol w="1120140"/>
                <a:gridCol w="11201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Cause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Duree_totale_min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Pourcentage_%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Cumul_%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CRMP-Crimping 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55.0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NOGO-Will Not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85.0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ADJS-Equipment Adjustment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98.7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SEALP-Sealing 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🔍 Pareto Niveau 2 — Détail machine pour la cause : CRMP-Crimping Problem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6766560" cy="338328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0" y="914400"/>
          <a:ext cx="44805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140"/>
                <a:gridCol w="1120140"/>
                <a:gridCol w="1120140"/>
                <a:gridCol w="11201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Machine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Duree_totale_min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Pourcentage_%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Cumul_%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Die No V873B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Die No V828C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9.1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Die No V873A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13.3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Die No V848A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17.3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Die No V826A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21.0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Die No V827G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24.5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Die No V806A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27.8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Die No V840A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31.1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Die No V827H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34.1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Die No V902B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36.9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4462272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070"/>
                </a:solidFill>
              </a:defRPr>
            </a:pPr>
            <a:r>
              <a:t>… 43 ligne(s) supplémentaire(s) — voir l'export Excel pour le détail complet.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🏭 Pareto par Famille de machines (format Versigent « Cutting Analysis »)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06060"/>
                </a:solidFill>
              </a:defRPr>
            </a:pPr>
            <a:r>
              <a:t>Chaque famille de machine a son propre Pareto et son propre camembert de répartition — au lieu d'un seul Pareto qui mélange toutes les pannes.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5577840" cy="27889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557784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🔍 Pareto Niveau 2 — Outils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577840" cy="27889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14400"/>
            <a:ext cx="557784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🔍 Pareto Niveau 2 — Cutting Machine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577840" cy="27889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14400"/>
            <a:ext cx="557784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🔍 Pareto Niveau 2 — Kit Seal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577840" cy="27889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14400"/>
            <a:ext cx="557784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🔍 Pareto Niveau 2 — Press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577840" cy="27889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14400"/>
            <a:ext cx="557784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🔁 Pareto par Fréquence des pannes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06060"/>
                </a:solidFill>
              </a:defRPr>
            </a:pPr>
            <a:r>
              <a:t>Classement par NOMBRE de pannes (et non par durée) — équipements qui tombent en panne le plus souvent.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6766560" cy="33832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0" y="1691640"/>
          <a:ext cx="44805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140"/>
                <a:gridCol w="1120140"/>
                <a:gridCol w="1120140"/>
                <a:gridCol w="11201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Machine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Nombre_pannes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Pourcentage_%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Cumul_%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Die No V827G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4.9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Cutting Machine 550 M02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8.7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Cutting Machine 355 M11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11.7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Die No V828C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14.6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Cutting Machine 355 M28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17.5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Die No V827H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19.4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Die No F017A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21.4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Die No F677A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23.3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Die No V827F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25.2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Die No V840B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27.2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5239512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070"/>
                </a:solidFill>
              </a:defRPr>
            </a:pPr>
            <a:r>
              <a:t>… 69 ligne(s) supplémentaire(s) — voir l'export Excel pour le détail complet.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📈 Paynter Chart — Évolution hebdomadaire des causes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1440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🗂️ Plan d'action pré-rempli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06060"/>
                </a:solidFill>
              </a:defRPr>
            </a:pPr>
            <a:r>
              <a:t>Généré automatiquement à partir des équipements/causes les plus impactants — détail complet (cause racine, action, responsable, échéance) dans l'export Excel.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Item Nr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Famille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Équipement / Machine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Durée totale (min)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Statut (à compléter)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Outils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Die No V827G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À traiter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Outils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Die No V873B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À traiter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Outils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Die No V827F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À traiter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Cutting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Cutting Machine 550 M02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À traiter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Cutting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Cutting Machine 355 M28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À traiter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Cutting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Cutting Machine 355 M11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À traiter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Kit Seal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Kit Seal 63546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À traiter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Kit Seal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Kit Seal 21805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À traiter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Kit Seal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Kit Seal 21090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À traiter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BT 752 ST01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À traiter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Crimping BT 752 ST02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À traiter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834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Développé dans le cadre d'un Projet de Fin d'Année — Génie Mécatronique. Basé sur les données réelles de suivi downtime Versigent (Kaizen Event 4Q).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